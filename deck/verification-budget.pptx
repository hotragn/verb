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the room at ease. Most people here are not engineers and they</a:t>
            </a:r>
          </a:p>
          <a:p>
            <a:r>
              <a:t>have sat through a lot of AI slides this year.</a:t>
            </a:r>
          </a:p>
          <a:p/>
          <a:p>
            <a:r>
              <a:t>Say who you are in one line, then say what this talk is not: it is not a</a:t>
            </a:r>
          </a:p>
          <a:p>
            <a:r>
              <a:t>prediction, not a product, and not a maturity model you have to buy. It is one</a:t>
            </a:r>
          </a:p>
          <a:p>
            <a:r>
              <a:t>number and what follows from it.</a:t>
            </a:r>
          </a:p>
          <a:p/>
          <a:p>
            <a:r>
              <a:t>Tell them the whole thing is free and on GitHub, so they can stop taking</a:t>
            </a:r>
          </a:p>
          <a:p>
            <a:r>
              <a:t>photographs of slides and listen instead. Point at the QR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breath before the argument starts.</a:t>
            </a:r>
          </a:p>
          <a:p/>
          <a:p>
            <a:r>
              <a:t>Say what the three parts are so people know where they are: why the constraint</a:t>
            </a:r>
          </a:p>
          <a:p>
            <a:r>
              <a:t>moved, what the operating model looks like once you accept it, and what to do on</a:t>
            </a:r>
          </a:p>
          <a:p>
            <a:r>
              <a:t>Monday. Then get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 show of hands: who has an AI tool writing something that used to take a</a:t>
            </a:r>
          </a:p>
          <a:p>
            <a:r>
              <a:t>person an afternoon. Most hands go up. Leave the hands up for a beat.</a:t>
            </a:r>
          </a:p>
          <a:p/>
          <a:p>
            <a:r>
              <a:t>Then the turn: everyone measured the win in hours saved on production. Nobody</a:t>
            </a:r>
          </a:p>
          <a:p>
            <a:r>
              <a:t>measured what happened next.</a:t>
            </a:r>
          </a:p>
          <a:p/>
          <a:p>
            <a:r>
              <a:t>Do not rush this slide. It is the only one where the audience is entirely</a:t>
            </a:r>
          </a:p>
          <a:p>
            <a:r>
              <a:t>comfortable, and the rest of the talk depends on them agreeing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right-hand column is the point. None of those three improved when the models</a:t>
            </a:r>
          </a:p>
          <a:p>
            <a:r>
              <a:t>improved, and two of them got worse.</a:t>
            </a:r>
          </a:p>
          <a:p/>
          <a:p>
            <a:r>
              <a:t>Worse how: the artifacts now arrive fluent. A confident, well-written, wrong</a:t>
            </a:r>
          </a:p>
          <a:p>
            <a:r>
              <a:t>document is harder to check than a rough one, because there is nothing to snag</a:t>
            </a:r>
          </a:p>
          <a:p>
            <a:r>
              <a:t>on.</a:t>
            </a:r>
          </a:p>
          <a:p/>
          <a:p>
            <a:r>
              <a:t>If the room is senior, this is where you will see the first nod of genuine</a:t>
            </a:r>
          </a:p>
          <a:p>
            <a:r>
              <a:t>recognition. Wait for it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right down here. This is the emotional centre of the talk and it needs</a:t>
            </a:r>
          </a:p>
          <a:p>
            <a:r>
              <a:t>space.</a:t>
            </a:r>
          </a:p>
          <a:p/>
          <a:p>
            <a:r>
              <a:t>Say plainly that this is not a discipline problem and you are not blaming</a:t>
            </a:r>
          </a:p>
          <a:p>
            <a:r>
              <a:t>reviewers. The reviewer is behaving rationally under a constraint somebody else</a:t>
            </a:r>
          </a:p>
          <a:p>
            <a:r>
              <a:t>handed them. If you get this wrong the room gets defensive and you lose them.</a:t>
            </a:r>
          </a:p>
          <a:p/>
          <a:p>
            <a:r>
              <a:t>The line to land: rubber-stamping is not a behaviour, it is what running out of</a:t>
            </a:r>
          </a:p>
          <a:p>
            <a:r>
              <a:t>review capacity looks like from the inside. Then pause and let it sit.</a:t>
            </a:r>
          </a:p>
          <a:p/>
          <a:p>
            <a:r>
              <a:t>If you want a story here, use one from your own experience rather than a</a:t>
            </a:r>
          </a:p>
          <a:p>
            <a:r>
              <a:t>hypothetical. It has to be real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inputs, and you can get three of them from a spreadsheet this afternoon.</a:t>
            </a:r>
          </a:p>
          <a:p/>
          <a:p>
            <a:r>
              <a:t>Be honest about R: it is not everyone with the approve button, it is the people</a:t>
            </a:r>
          </a:p>
          <a:p>
            <a:r>
              <a:t>whose sign-off you would defend afterwards. That distinction usually cuts the</a:t>
            </a:r>
          </a:p>
          <a:p>
            <a:r>
              <a:t>number by half and it is the first uncomfortable moment.</a:t>
            </a:r>
          </a:p>
          <a:p/>
          <a:p>
            <a:r>
              <a:t>The fourth input, c, is the one nobody has. Flag it now and come back to it,</a:t>
            </a:r>
          </a:p>
          <a:p>
            <a:r>
              <a:t>because it is the whole talk in one letter.</a:t>
            </a:r>
          </a:p>
          <a:p/>
          <a:p>
            <a:r>
              <a:t>Do not derive anything. It is a division. If somebody wants the derivation they</a:t>
            </a:r>
          </a:p>
          <a:p>
            <a:r>
              <a:t>can read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arithmetic out loud once, slowly. Six times eight is forty-eight, times</a:t>
            </a:r>
          </a:p>
          <a:p>
            <a:r>
              <a:t>0.55 is twenty-six hours, divided by an hour and a quarter is twenty-one.</a:t>
            </a:r>
          </a:p>
          <a:p/>
          <a:p>
            <a:r>
              <a:t>Then the number that matters: forty-nine. Say it as a sentence, not a figure.</a:t>
            </a:r>
          </a:p>
          <a:p>
            <a:r>
              <a:t>Forty-nine times a week, somebody signs their name to a decision they did not</a:t>
            </a:r>
          </a:p>
          <a:p>
            <a:r>
              <a:t>have the capacity to check.</a:t>
            </a:r>
          </a:p>
          <a:p/>
          <a:p>
            <a:r>
              <a:t>Nobody in that team is doing anything wrong. That is worth repeating.</a:t>
            </a:r>
          </a:p>
          <a:p/>
          <a:p>
            <a:r>
              <a:t>If asked whether these numbers are real: no, they are illustrative and the repo</a:t>
            </a:r>
          </a:p>
          <a:p>
            <a:r>
              <a:t>says so on the same page it prints them. Do not oversell.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move people push back on, so say the distinction twice.</a:t>
            </a:r>
          </a:p>
          <a:p/>
          <a:p>
            <a:r>
              <a:t>A worked pair, said out loud: reconciling a forty million pound budget rollup is</a:t>
            </a:r>
          </a:p>
          <a:p>
            <a:r>
              <a:t>high risk and takes a machine nine seconds. Deciding whether to renegotiate a</a:t>
            </a:r>
          </a:p>
          <a:p>
            <a:r>
              <a:t>minor dependency with a partner team is low risk and needs somebody who</a:t>
            </a:r>
          </a:p>
          <a:p>
            <a:r>
              <a:t>remembers what happened in March. Risk and cost of checking are different axes.</a:t>
            </a:r>
          </a:p>
          <a:p/>
          <a:p>
            <a:r>
              <a:t>Class D is where you will get a question. Answer it briefly here and properly on</a:t>
            </a:r>
          </a:p>
          <a:p>
            <a:r>
              <a:t>the maturity slide: a Class D decision has no finite cost of checking, so there</a:t>
            </a:r>
          </a:p>
          <a:p>
            <a:r>
              <a:t>is no amount of it you can afford. That is arithmetic, not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top right and name three things that live there. Portfolio</a:t>
            </a:r>
          </a:p>
          <a:p>
            <a:r>
              <a:t>prioritisation. Vendor dispute strategy. Strategic dependency renegotiation.</a:t>
            </a:r>
          </a:p>
          <a:p/>
          <a:p>
            <a:r>
              <a:t>Say the awkward part: the model is genuinely good at all three. That is not the</a:t>
            </a:r>
          </a:p>
          <a:p>
            <a:r>
              <a:t>problem. The problem is that your review capacity for them is a couple of dozen a</a:t>
            </a:r>
          </a:p>
          <a:p>
            <a:r>
              <a:t>week, so the deployment is capped at a couple of dozen a week no matter how good</a:t>
            </a:r>
          </a:p>
          <a:p>
            <a:r>
              <a:t>the model gets.</a:t>
            </a:r>
          </a:p>
          <a:p/>
          <a:p>
            <a:r>
              <a:t>You do not fix the top right by deploying harder. You fix it by moving work to</a:t>
            </a:r>
          </a:p>
          <a:p>
            <a:r>
              <a:t>the left, which means making the decision cheaper to check. That is engineering</a:t>
            </a:r>
          </a:p>
          <a:p>
            <a:r>
              <a:t>work, not a renaming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of the talk people came for, so mark the transition clearly.</a:t>
            </a:r>
          </a:p>
          <a:p/>
          <a:p>
            <a:r>
              <a:t>Part 1 was an argument. Part 2 is a design. If they only remember one thing from</a:t>
            </a:r>
          </a:p>
          <a:p>
            <a:r>
              <a:t>here it should be that the five layers are not a maturity model to buy, they are</a:t>
            </a:r>
          </a:p>
          <a:p>
            <a:r>
              <a:t>five questions that each have one right answer once you accept the constraint.</a:t>
            </a:r>
          </a:p>
          <a:p/>
          <a:p>
            <a:r>
              <a:t>Say the running time. There are five layers and you have about twelve minutes,</a:t>
            </a:r>
          </a:p>
          <a:p>
            <a:r>
              <a:t>so nobody should settle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Give them the shape and move.</a:t>
            </a:r>
          </a:p>
          <a:p/>
          <a:p>
            <a:r>
              <a:t>The line worth saying: every one of these layers already exists in your</a:t>
            </a:r>
          </a:p>
          <a:p>
            <a:r>
              <a:t>organisation. You have processes, roles, governance, technology and metrics</a:t>
            </a:r>
          </a:p>
          <a:p>
            <a:r>
              <a:t>today. None of them were designed around review capacity, because until about</a:t>
            </a:r>
          </a:p>
          <a:p>
            <a:r>
              <a:t>two years ago review capacity was not the binding constraint.</a:t>
            </a:r>
          </a:p>
          <a:p/>
          <a:p>
            <a:r>
              <a:t>Flag layer three as the one that will be new to most of the room, and layer five</a:t>
            </a:r>
          </a:p>
          <a:p>
            <a:r>
              <a:t>as the one that will be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idea as the quadrant in Part 1, turned into a sequencing rule</a:t>
            </a:r>
          </a:p>
          <a:p>
            <a:r>
              <a:t>rather than a warning. If you are short on time, say that and move faster here.</a:t>
            </a:r>
          </a:p>
          <a:p/>
          <a:p>
            <a:r>
              <a:t>The sentence that makes it concrete, and it is worth memorising:</a:t>
            </a:r>
          </a:p>
          <a:p/>
          <a:p>
            <a:r>
              <a:t>Risk analysis is the easier AI problem. It should go live later than status</a:t>
            </a:r>
          </a:p>
          <a:p>
            <a:r>
              <a:t>reporting.</a:t>
            </a:r>
          </a:p>
          <a:p/>
          <a:p>
            <a:r>
              <a:t>That inverts what everybody in the room has on their roadmap, and it inverts it</a:t>
            </a:r>
          </a:p>
          <a:p>
            <a:r>
              <a:t>for a reason they can check. Status reporting is checkable against the source</a:t>
            </a:r>
          </a:p>
          <a:p>
            <a:r>
              <a:t>systems in minutes. A risk analysis needs somebody who knows the programme.</a:t>
            </a:r>
          </a:p>
          <a:p/>
          <a:p>
            <a:r>
              <a:t>Expect pushback on the grounds that risk analysis is more valuable. Agree. Value</a:t>
            </a:r>
          </a:p>
          <a:p>
            <a:r>
              <a:t>is not the axis. Value tells you what you want; verification cost tells you what</a:t>
            </a:r>
          </a:p>
          <a:p>
            <a:r>
              <a:t>you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why the number is four rather than a longer, safer-looking list. A contract</a:t>
            </a:r>
          </a:p>
          <a:p>
            <a:r>
              <a:t>gets read twice: once at approval when everyone is calm, and once during an</a:t>
            </a:r>
          </a:p>
          <a:p>
            <a:r>
              <a:t>incident. Only the second reading matters, and a fifteen-field contract fails it.</a:t>
            </a:r>
          </a:p>
          <a:p/>
          <a:p>
            <a:r>
              <a:t>Revocation is the one people leave out, and the one to press on. Ask the room:</a:t>
            </a:r>
          </a:p>
          <a:p>
            <a:r>
              <a:t>who here could turn off their AI tooling this afternoon without a meeting. It</a:t>
            </a:r>
          </a:p>
          <a:p>
            <a:r>
              <a:t>usually goes quiet.</a:t>
            </a:r>
          </a:p>
          <a:p/>
          <a:p>
            <a:r>
              <a:t>If somebody says four is too few, the answer is that rate limits go in scope,</a:t>
            </a:r>
          </a:p>
          <a:p>
            <a:r>
              <a:t>retention goes in evidence, on-call goes in escalation, and the kill switch goes</a:t>
            </a:r>
          </a:p>
          <a:p>
            <a:r>
              <a:t>in revocation. Nothing genuine has needed a fifth.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photograph, so leave it up a beat longer than feels</a:t>
            </a:r>
          </a:p>
          <a:p>
            <a:r>
              <a:t>comfortable.</a:t>
            </a:r>
          </a:p>
          <a:p/>
          <a:p>
            <a:r>
              <a:t>The three existing roles do not disappear, they invert. The project manager</a:t>
            </a:r>
          </a:p>
          <a:p>
            <a:r>
              <a:t>stops chasing and starts checking. That is a real change to somebody's job and</a:t>
            </a:r>
          </a:p>
          <a:p>
            <a:r>
              <a:t>worth saying plainly rather than dressing up.</a:t>
            </a:r>
          </a:p>
          <a:p/>
          <a:p>
            <a:r>
              <a:t>The two new roles are the point. Say why they get skipped: they are not</a:t>
            </a:r>
          </a:p>
          <a:p>
            <a:r>
              <a:t>technical, so no budget line obviously owns them, and they are accountability</a:t>
            </a:r>
          </a:p>
          <a:p>
            <a:r>
              <a:t>rather than delivery, so nobody volunteers.</a:t>
            </a:r>
          </a:p>
          <a:p/>
          <a:p>
            <a:r>
              <a:t>If asked whether these are full-time: at forty projects, the verification lead</a:t>
            </a:r>
          </a:p>
          <a:p>
            <a:r>
              <a:t>is a day a week and the agent steward is two. They are not headcount, they are</a:t>
            </a:r>
          </a:p>
          <a:p>
            <a:r>
              <a:t>named responsibility. But they have to be named, because a budget nobody owns is</a:t>
            </a:r>
          </a:p>
          <a:p>
            <a:r>
              <a:t>a budget nobody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is easy to follow, so spend your time on the last line instead.</a:t>
            </a:r>
          </a:p>
          <a:p/>
          <a:p>
            <a:r>
              <a:t>Almost every governance framework people have seen gates on confidence: high</a:t>
            </a:r>
          </a:p>
          <a:p>
            <a:r>
              <a:t>confidence gets more autonomy. Say why that is backwards. Confidence is the</a:t>
            </a:r>
          </a:p>
          <a:p>
            <a:r>
              <a:t>agent's opinion of itself, and it is exactly as trustworthy as the thing you were</a:t>
            </a:r>
          </a:p>
          <a:p>
            <a:r>
              <a:t>trying to check. Blast radius is a property of the decision, and it is knowable</a:t>
            </a:r>
          </a:p>
          <a:p>
            <a:r>
              <a:t>before the agent runs.</a:t>
            </a:r>
          </a:p>
          <a:p/>
          <a:p>
            <a:r>
              <a:t>If somebody asks how this relates to the four classes: classes tell you what</a:t>
            </a:r>
          </a:p>
          <a:p>
            <a:r>
              <a:t>checking costs, blast radius tells you what happens if you get it wrong. Class</a:t>
            </a:r>
          </a:p>
          <a:p>
            <a:r>
              <a:t>sizes the budget, blast radius sets the authority. You need both, and they are</a:t>
            </a:r>
          </a:p>
          <a:p>
            <a:r>
              <a:t>not the same axis.</a:t>
            </a:r>
          </a:p>
          <a:p/>
          <a:p>
            <a:r>
              <a:t>The practical version: you can build this table in an afternoon with your</a:t>
            </a:r>
          </a:p>
          <a:p>
            <a:r>
              <a:t>existing delegated authority matrix. Most organisations already have one for</a:t>
            </a:r>
          </a:p>
          <a:p>
            <a:r>
              <a:t>spend. This is the same idea pointed at reversibility.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people miss: this is not an audit trail. An audit trail is built for</a:t>
            </a:r>
          </a:p>
          <a:p>
            <a:r>
              <a:t>reconstructing the past months later. This is built for making the next review</a:t>
            </a:r>
          </a:p>
          <a:p>
            <a:r>
              <a:t>fast this afternoon. Those two goals produce different documents and only one of</a:t>
            </a:r>
          </a:p>
          <a:p>
            <a:r>
              <a:t>them changes the budget.</a:t>
            </a:r>
          </a:p>
          <a:p/>
          <a:p>
            <a:r>
              <a:t>The evidence for field two: ask any reviewer where the time goes on a hard</a:t>
            </a:r>
          </a:p>
          <a:p>
            <a:r>
              <a:t>review. It is not the judgement, it is re-finding the inputs. Typically half.</a:t>
            </a:r>
          </a:p>
          <a:p/>
          <a:p>
            <a:r>
              <a:t>Field three has a subtle mechanism worth explaining if you have time. Without it,</a:t>
            </a:r>
          </a:p>
          <a:p>
            <a:r>
              <a:t>the reviewer's question is "is this right", which is unbounded. With it, the</a:t>
            </a:r>
          </a:p>
          <a:p>
            <a:r>
              <a:t>question becomes "is one of these rejection reasons wrong", which is a list you</a:t>
            </a:r>
          </a:p>
          <a:p>
            <a:r>
              <a:t>can get to the end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 left to right with your hand once, then stop and talk about the</a:t>
            </a:r>
          </a:p>
          <a:p>
            <a:r>
              <a:t>line at the bottom, because that is the whole slide.</a:t>
            </a:r>
          </a:p>
          <a:p/>
          <a:p>
            <a:r>
              <a:t>Most teams put the governance boundary at the model: what may the agent see,</a:t>
            </a:r>
          </a:p>
          <a:p>
            <a:r>
              <a:t>what may it be asked. That is the wrong boundary, because reading is not where</a:t>
            </a:r>
          </a:p>
          <a:p>
            <a:r>
              <a:t>the risk is. The boundary belongs on the write path. An agent that reads</a:t>
            </a:r>
          </a:p>
          <a:p>
            <a:r>
              <a:t>everything and writes nothing until a check clears is a safe agent, whatever</a:t>
            </a:r>
          </a:p>
          <a:p>
            <a:r>
              <a:t>else it is doing.</a:t>
            </a:r>
          </a:p>
          <a:p/>
          <a:p>
            <a:r>
              <a:t>This also gives you a cheap architectural test that anybody can apply. Ask of any</a:t>
            </a:r>
          </a:p>
          <a:p>
            <a:r>
              <a:t>proposed integration: can this agent write to a source system without a</a:t>
            </a:r>
          </a:p>
          <a:p>
            <a:r>
              <a:t>verification step in between? If yes, the boundary is in the wrong place, and no</a:t>
            </a:r>
          </a:p>
          <a:p>
            <a:r>
              <a:t>amount of prompt engineering fixes that.</a:t>
            </a:r>
          </a:p>
          <a:p/>
          <a:p>
            <a:r>
              <a:t>Note the analysts are marked propose only. That is Class C from Part 1 showing up</a:t>
            </a:r>
          </a:p>
          <a:p>
            <a:r>
              <a:t>in the architecture rather than in a policy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that is genuinely new, so give it room. It is also the part</a:t>
            </a:r>
          </a:p>
          <a:p>
            <a:r>
              <a:t>that is easiest to sell badly, so lead with the rules rather than the upside.</a:t>
            </a:r>
          </a:p>
          <a:p/>
          <a:p>
            <a:r>
              <a:t>Rule two is the one to press on. An agent checking an agent is a lovely diagram</a:t>
            </a:r>
          </a:p>
          <a:p>
            <a:r>
              <a:t>and a risk transfer unless somebody has measured its miss rate against decisions</a:t>
            </a:r>
          </a:p>
          <a:p>
            <a:r>
              <a:t>known to be bad. Until then it is an opinion with a confident tone.</a:t>
            </a:r>
          </a:p>
          <a:p/>
          <a:p>
            <a:r>
              <a:t>There is a sting worth mentioning if the room is technical: the verifier closes</a:t>
            </a:r>
          </a:p>
          <a:p>
            <a:r>
              <a:t>the easy ones first, so the queue that reaches the human gets harder, so c goes</a:t>
            </a:r>
          </a:p>
          <a:p>
            <a:r>
              <a:t>up as k goes up. Re-measure after every change. The repo says the framework has</a:t>
            </a:r>
          </a:p>
          <a:p>
            <a:r>
              <a:t>no clean correction for this, which is the honest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Point at row three and say that is the one that matters,</a:t>
            </a:r>
          </a:p>
          <a:p>
            <a:r>
              <a:t>and the next slide is entirely about it.</a:t>
            </a:r>
          </a:p>
          <a:p/>
          <a:p>
            <a:r>
              <a:t>The averaging warning is worth ten seconds because it is the mistake everyone</a:t>
            </a:r>
          </a:p>
          <a:p>
            <a:r>
              <a:t>makes on their first dashboard. One healthy class covers a failing one and the</a:t>
            </a:r>
          </a:p>
          <a:p>
            <a:r>
              <a:t>board sees a green light.</a:t>
            </a:r>
          </a:p>
          <a:p/>
          <a:p>
            <a:r>
              <a:t>If somebody asks why only six: because a PMO director has to be able to hold</a:t>
            </a:r>
          </a:p>
          <a:p>
            <a:r>
              <a:t>them, and because every one of them changes a decision. A metric that does not</a:t>
            </a:r>
          </a:p>
          <a:p>
            <a:r>
              <a:t>change a decision is a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last line twice and mean it. If your organisation cannot resist using</a:t>
            </a:r>
          </a:p>
          <a:p>
            <a:r>
              <a:t>this against people, do not collect it at all. A corrupted metric is worse than a</a:t>
            </a:r>
          </a:p>
          <a:p>
            <a:r>
              <a:t>missing one, because a missing one does not tell you everything is fine.</a:t>
            </a:r>
          </a:p>
          <a:p/>
          <a:p>
            <a:r>
              <a:t>The tenth percentile rather than the average, because you are not trying to catch</a:t>
            </a:r>
          </a:p>
          <a:p>
            <a:r>
              <a:t>fast reviewers. Fast reviewers are good. You are trying to catch reviews that</a:t>
            </a:r>
          </a:p>
          <a:p>
            <a:r>
              <a:t>could not have happened.</a:t>
            </a:r>
          </a:p>
          <a:p/>
          <a:p>
            <a:r>
              <a:t>There is a lag worth mentioning: the overdraft turns into backlog first, then</a:t>
            </a:r>
          </a:p>
          <a:p>
            <a:r>
              <a:t>late nights, then drift. It usually takes about six weeks to show, which is why</a:t>
            </a:r>
          </a:p>
          <a:p>
            <a:r>
              <a:t>people conclude the overdraft was harmless. It was not. It was queued.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useful slide in Part 2 and it is worth slowing down for.</a:t>
            </a:r>
          </a:p>
          <a:p/>
          <a:p>
            <a:r>
              <a:t>Every one of those four numbers is a metric a real PMO reports today. Not one of</a:t>
            </a:r>
          </a:p>
          <a:p>
            <a:r>
              <a:t>them can see the failure. Worse, three of them move in the direction that looks</a:t>
            </a:r>
          </a:p>
          <a:p>
            <a:r>
              <a:t>like success while the failure gets worse: approvals rise because approving got</a:t>
            </a:r>
          </a:p>
          <a:p>
            <a:r>
              <a:t>faster, cycle time falls for the same reason, and reversals fall because nobody</a:t>
            </a:r>
          </a:p>
          <a:p>
            <a:r>
              <a:t>is looking hard enough to find the errors.</a:t>
            </a:r>
          </a:p>
          <a:p/>
          <a:p>
            <a:r>
              <a:t>The reversal rate is the cruellest one. It falls, and it looks like quality</a:t>
            </a:r>
          </a:p>
          <a:p>
            <a:r>
              <a:t>improving. It is falling because detection stopped.</a:t>
            </a:r>
          </a:p>
          <a:p/>
          <a:p>
            <a:r>
              <a:t>Then the instruction, which is a governance decision rather than a technical one:</a:t>
            </a:r>
          </a:p>
          <a:p>
            <a:r>
              <a:t>put drift on the same page as the four green numbers. Not in an appendix, not on</a:t>
            </a:r>
          </a:p>
          <a:p>
            <a:r>
              <a:t>a separate dashboard. On the same page, where a board has to look at it in the</a:t>
            </a:r>
          </a:p>
          <a:p>
            <a:r>
              <a:t>same glance.</a:t>
            </a:r>
          </a:p>
          <a:p/>
          <a:p>
            <a:r>
              <a:t>The figures here are illustrative.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line usually gets a laugh. Let it, then make the serious point: every</a:t>
            </a:r>
          </a:p>
          <a:p>
            <a:r>
              <a:t>one of these has a threshold in the repo, and the runners are there too, so this</a:t>
            </a:r>
          </a:p>
          <a:p>
            <a:r>
              <a:t>is not a slide of good intentions.</a:t>
            </a:r>
          </a:p>
          <a:p/>
          <a:p>
            <a:r>
              <a:t>Gate one fails more often than teams expect, and that failure is the most useful</a:t>
            </a:r>
          </a:p>
          <a:p>
            <a:r>
              <a:t>thing it produces. If two qualified people cannot agree what class something is,</a:t>
            </a:r>
          </a:p>
          <a:p>
            <a:r>
              <a:t>every number downstream is decoration.</a:t>
            </a:r>
          </a:p>
          <a:p/>
          <a:p>
            <a:r>
              <a:t>The replay gate has a criterion people find strange and it is worth the thirty</a:t>
            </a:r>
          </a:p>
          <a:p>
            <a:r>
              <a:t>seconds: if the agent disagrees with history and turns out to be right, it still</a:t>
            </a:r>
          </a:p>
          <a:p>
            <a:r>
              <a:t>fails unless a reviewer could adjudicate that disagreement inside the budgeted</a:t>
            </a:r>
          </a:p>
          <a:p>
            <a:r>
              <a:t>time. A right answer nobody can check is not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transition. Signal that the design half is over and the ask is coming, so</a:t>
            </a:r>
          </a:p>
          <a:p>
            <a:r>
              <a:t>anybody who has been taking notes knows to stop and listen.</a:t>
            </a:r>
          </a:p>
          <a:p/>
          <a:p>
            <a:r>
              <a:t>You have about six minutes left at this point. Say it, so people know questions</a:t>
            </a:r>
          </a:p>
          <a:p>
            <a:r>
              <a:t>are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walk all five. Give them the one-question test and let them place</a:t>
            </a:r>
          </a:p>
          <a:p>
            <a:r>
              <a:t>themselves privately. That lands harder than a description.</a:t>
            </a:r>
          </a:p>
          <a:p/>
          <a:p>
            <a:r>
              <a:t>The hard step is S1 to S2, and it is not technical. It is being willing to say no</a:t>
            </a:r>
          </a:p>
          <a:p>
            <a:r>
              <a:t>to a deployment that is over budget. Everything before that is measurement and</a:t>
            </a:r>
          </a:p>
          <a:p>
            <a:r>
              <a:t>everything after is engineering.</a:t>
            </a:r>
          </a:p>
          <a:p/>
          <a:p>
            <a:r>
              <a:t>Then why there is no S5, which is the part people remember. S5 would be a system</a:t>
            </a:r>
          </a:p>
          <a:p>
            <a:r>
              <a:t>that sets its own risk appetite and audits its own drift: no human in the loop at</a:t>
            </a:r>
          </a:p>
          <a:p>
            <a:r>
              <a:t>all. That is not more mature, it is the removal of the thing the model exists to</a:t>
            </a:r>
          </a:p>
          <a:p>
            <a:r>
              <a:t>manage.</a:t>
            </a:r>
          </a:p>
          <a:p/>
          <a:p>
            <a:r>
              <a:t>The line: such a system might still be right. It just could not be known to be</a:t>
            </a:r>
          </a:p>
          <a:p>
            <a:r>
              <a:t>right by the people running it, and an organisation that cannot know is not</a:t>
            </a:r>
          </a:p>
          <a:p>
            <a:r>
              <a:t>governing, it is hoping.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apologise your way through this slide. Deliver it flat and fast. It buys</a:t>
            </a:r>
          </a:p>
          <a:p>
            <a:r>
              <a:t>more credibility than anything else in the talk, and a framework that hides its</a:t>
            </a:r>
          </a:p>
          <a:p>
            <a:r>
              <a:t>weak points gets adopted and then quietly dropped.</a:t>
            </a:r>
          </a:p>
          <a:p/>
          <a:p>
            <a:r>
              <a:t>The bursts one is a real invitation. If anybody in the room knows queueing theory</a:t>
            </a:r>
          </a:p>
          <a:p>
            <a:r>
              <a:t>you want them to find you afterwards, so say that out loud.</a:t>
            </a:r>
          </a:p>
          <a:p/>
          <a:p>
            <a:r>
              <a:t>On the last point: be blunt that the numbers are illustrative. Somebody will</a:t>
            </a:r>
          </a:p>
          <a:p>
            <a:r>
              <a:t>screenshot a figure and repost it, and you want to have said this clearly enough</a:t>
            </a:r>
          </a:p>
          <a:p>
            <a:r>
              <a:t>that it is 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they leave with, so make it feel small. Everything before this was</a:t>
            </a:r>
          </a:p>
          <a:p>
            <a:r>
              <a:t>the argument; this is the ask, and the ask has to be doable by one person without</a:t>
            </a:r>
          </a:p>
          <a:p>
            <a:r>
              <a:t>permission.</a:t>
            </a:r>
          </a:p>
          <a:p/>
          <a:p>
            <a:r>
              <a:t>Step two is the one that gets skipped and it is the one that makes the number</a:t>
            </a:r>
          </a:p>
          <a:p>
            <a:r>
              <a:t>mean anything. Without that question you are measuring how long approvals take,</a:t>
            </a:r>
          </a:p>
          <a:p>
            <a:r>
              <a:t>not how long checking takes, and under overdraft those are different quantities.</a:t>
            </a:r>
          </a:p>
          <a:p/>
          <a:p>
            <a:r>
              <a:t>End on the last line rather than on an exhortation. Knowing the gap is genuinely</a:t>
            </a:r>
          </a:p>
          <a:p>
            <a:r>
              <a:t>the whole of stage one, and saying so lowers the barrier.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this slide up early and leave it up. It should be on screen through the whole</a:t>
            </a:r>
          </a:p>
          <a:p>
            <a:r>
              <a:t>question session so people can photograph it without asking.</a:t>
            </a:r>
          </a:p>
          <a:p/>
          <a:p>
            <a:r>
              <a:t>Say the three things you want, in order. A measured cost of checking from a real</a:t>
            </a:r>
          </a:p>
          <a:p>
            <a:r>
              <a:t>organisation is worth more than any citation. A disagreement about how something</a:t>
            </a:r>
          </a:p>
          <a:p>
            <a:r>
              <a:t>should be classified. And anybody who knows queueing theory.</a:t>
            </a:r>
          </a:p>
          <a:p/>
          <a:p>
            <a:r>
              <a:t>Then stop talking. Do not summarise the talk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984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FD8C2"/>
                </a:solidFill>
                <a:latin typeface="Calibri"/>
              </a:rPr>
              <a:t>GSDC CERTIFIED LEARNING MASTERCLASS SERIES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874519"/>
            <a:ext cx="914400" cy="24765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400" b="1" i="0">
                <a:solidFill>
                  <a:srgbClr val="F7F6F3"/>
                </a:solidFill>
                <a:latin typeface="Cambria"/>
              </a:rPr>
              <a:t>The Verification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86784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 operating model for autonomous AI in project delivery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and end to end PMO.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41324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 i="0">
                <a:solidFill>
                  <a:srgbClr val="F7F6F3"/>
                </a:solidFill>
                <a:latin typeface="Calibri"/>
              </a:rPr>
              <a:t>Hotragn Pettugani</a:t>
            </a:r>
            <a:r>
              <a:rPr sz="1300" b="0" i="0">
                <a:solidFill>
                  <a:srgbClr val="C9C6BF"/>
                </a:solidFill>
                <a:latin typeface="Calibri"/>
              </a:rPr>
              <a:t>   CTO, Future Median (non-profit)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59" y="541324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7FD8C2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Why the constraint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Production stopped being scarce. Review did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3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For thirty years, the scarce thing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was getting the work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600" b="0" i="0">
                <a:solidFill>
                  <a:srgbClr val="2A333B"/>
                </a:solidFill>
                <a:latin typeface="Calibri"/>
              </a:rPr>
              <a:t>Somebody had to write the status report, chase the risk owners, rebuild the forecast after the change request landed. Capacity meant counting the people who could make those things.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6492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1" i="0">
                <a:solidFill>
                  <a:srgbClr val="101418"/>
                </a:solidFill>
                <a:latin typeface="Calibri"/>
              </a:rPr>
              <a:t>That is over. </a:t>
            </a:r>
            <a:r>
              <a:rPr sz="2000" b="0" i="0">
                <a:solidFill>
                  <a:srgbClr val="2A333B"/>
                </a:solidFill>
                <a:latin typeface="Calibri"/>
              </a:rPr>
              <a:t>An agent produces a defensible status pack for forty projects in the time it takes you to open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487168"/>
            <a:ext cx="34290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615184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WHERE THIS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907792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Not a prediction. This is what teams running agents in delivery are reporting right now.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4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The number that did not move is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6B7780"/>
                </a:solidFill>
                <a:latin typeface="Calibri"/>
              </a:rPr>
              <a:t>WENT UP, A 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Decisions produced per 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Speed of 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How polished the output looks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07327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6511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01418"/>
                </a:solidFill>
                <a:latin typeface="Calibri"/>
              </a:rPr>
              <a:t>DID NOT MOVE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6511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People qualified to judge the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6511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6511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Hours they actually have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6511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6511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Time one honest check takes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26864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0" i="0">
                <a:solidFill>
                  <a:srgbClr val="2A333B"/>
                </a:solidFill>
                <a:latin typeface="Calibri"/>
              </a:rPr>
              <a:t>When production runs past review capacity, the extra work does not stop. </a:t>
            </a:r>
            <a:r>
              <a:rPr sz="2000" b="1" i="0">
                <a:solidFill>
                  <a:srgbClr val="101418"/>
                </a:solidFill>
                <a:latin typeface="Calibri"/>
              </a:rPr>
              <a:t>It gets approved anyway.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5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Nobody decides to rubber-stamp.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0" i="0">
                <a:solidFill>
                  <a:srgbClr val="101418"/>
                </a:solidFill>
                <a:latin typeface="Cambria"/>
              </a:rPr>
              <a:t>A reviewer with eleven minutes and nineteen items in the queue produces nineteen approvals.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56432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0">
                <a:solidFill>
                  <a:srgbClr val="2A333B"/>
                </a:solidFill>
                <a:latin typeface="Calibri"/>
              </a:rPr>
              <a:t>Every one is recorded as a review. The governance record is intact. The governance is not. There is no error message for this, and it looks exactly like a working PMO right up until something goes wrong and nobody can reconstruct who checked what.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2231136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25054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871216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The gap between approvals recorded and reviews genuinely done.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Silent because the system records it as success.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47488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It is not a discipline problem. The reviewer is behaving rationally under a constraint somebody else handed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6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 put a number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39696"/>
            <a:ext cx="10637215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871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101418"/>
                </a:solidFill>
                <a:latin typeface="Cambria"/>
              </a:rPr>
              <a:t>VB   =   ( R  x  H  x  u )   /  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genuinely qualified to judge it. Not everyone with the approve button.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5887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1375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a week each of them has set aside for reviewing.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share of those hours that survives the calendar.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5887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1375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to genuinely check one decision. The one nobody 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9729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Three of these you can get from a spreadsheet this afternoon.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7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people. Twenty-one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1" i="0">
                <a:solidFill>
                  <a:srgbClr val="4A555F"/>
                </a:solidFill>
                <a:latin typeface="Cambria"/>
              </a:rPr>
              <a:t>VB   =   ( 6  x  8  x  0.55 )  /  1.25   =   21 a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BUDGET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that can genuinely be reviewed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90618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0618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0618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the agents actually generate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3996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3996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OVERDRAFT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A34432"/>
                </a:solidFill>
                <a:latin typeface="Cambria"/>
              </a:rPr>
              <a:t>3.3x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about 49 a week carry an approval nobody could defend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389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035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6B7780"/>
                </a:solidFill>
                <a:latin typeface="Calibri"/>
              </a:rPr>
              <a:t>Six people qualified to review a schedule re-baseline, eight review hours each, of which 55 percent survives the calendar, and an honest check takes an hour and a quarter.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DECISION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8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Sort work by how expensive it is to 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224942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249424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2249424"/>
            <a:ext cx="1645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TO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0928" y="2249424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WHO DECIDES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2697479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271576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machine-checkable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715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test decides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271576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2715768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278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55847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3C6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33741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sample-checkable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0128" y="337413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check twenty, conclude about two hundred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74135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minutes, spread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3374135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886199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" y="4014215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B88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4032503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expert-checkable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4032503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qualified person rebuilds the reasoning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032503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4032503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 proposes,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 decides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4456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4672583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A34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469087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not checkable in 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69087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you only find out afterwards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8" y="4690871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 answer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4690871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human, always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0293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949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1500" b="1" i="0">
                <a:solidFill>
                  <a:srgbClr val="101418"/>
                </a:solidFill>
                <a:latin typeface="Calibri"/>
              </a:rPr>
              <a:t>Not by risk. </a:t>
            </a:r>
            <a:r>
              <a:rPr sz="1500" b="0" i="0">
                <a:solidFill>
                  <a:srgbClr val="2A333B"/>
                </a:solidFill>
                <a:latin typeface="Calibri"/>
              </a:rPr>
              <a:t>Risk tells you whether you must check. This tells you what checking costs. You need both, and most governance frameworks only have the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DEPLOYMENT INVERSION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9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Deploy where checking is cheap,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where the task is easy.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1F7A5C"/>
                </a:solidFill>
                <a:latin typeface="Calibri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cheap. This is the whole game, and it is less glamorous than the other box.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34432"/>
                </a:solidFill>
                <a:latin typeface="Calibri"/>
              </a:rPr>
              <a:t>THE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expensive. Every impressive demo lives here. So does every overdraft.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Cheap to check, model is not there yet. Harmless. Revisit next year.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DO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Expensive to check and the model is weak. No path from 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15184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15383"/>
            <a:ext cx="6766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815583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60520" y="2615184"/>
            <a:ext cx="8572" cy="32004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4380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042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OF CHECKING, CHEAP ON THE LEFT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618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MODEL CAPABILITY, HIGHER AT THE 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615184"/>
            <a:ext cx="3538728" cy="32004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907792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600" b="1" i="0">
                <a:solidFill>
                  <a:srgbClr val="101418"/>
                </a:solidFill>
                <a:latin typeface="Cambria"/>
              </a:rPr>
              <a:t>The top right is where every impressive demo lives.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712463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Portfolio prioritisation.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Vendor dispute strategy.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Strategic dependency renegotiation.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The models are genuinely good at all three. That is not the problem. The problem is that your review capacity for them is a couple of dozen a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Processes, roles, governance, technology and metrics, redesigned around one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PART 2,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11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Five layers. Each answers a different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31136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3113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QUESTION IT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231136"/>
            <a:ext cx="3721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DESIGN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51760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51760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Processes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51760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Which decisions go autonomous, and in what order?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651760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Sort by verification cost, not difficulty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127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18688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218688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18688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Who owns an agent, and who owns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18688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An agent role contract, four mandatory fields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9417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85615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785615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785615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Where does authority stop and escalation start?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785615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Decision rights tied to blast radius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2611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352544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52544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Technology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352544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What must the system emit to make checking cheap?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352544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evidence plane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82803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19472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919472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9472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How do we know supervision is still real?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919472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Six measures, one of them uncomfortable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39496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504688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Nothing here is a new department. Four of the five are things you already have, redesigned around a constraint you did not previously have a number for.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1, PROCESSES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12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The deployment order most PMOs use is backwards.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F7A5C"/>
                </a:solidFill>
                <a:latin typeface="Calibri"/>
              </a:rPr>
              <a:t>GO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cheap to check. Start here today, and it is the only box that scales.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A34432"/>
                </a:solidFill>
                <a:latin typeface="Calibri"/>
              </a:rPr>
              <a:t>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expensive to check. The trap, and where every impressive demo lives.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GO SECOND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to build but cheap to check. Worth the engineering.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NEVER YET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and expensive to check. Keep it human for now.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450592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511296"/>
            <a:ext cx="63093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572000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2450592"/>
            <a:ext cx="8572" cy="2121408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57984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TASK DIFFICULTY FOR THE MODEL, EASIER ON THE LEFT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000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VERIFICATION COST, CHEAPER AT THE 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2450592"/>
            <a:ext cx="3995928" cy="2121408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265176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MOST TEAMS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90779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difficulty axis. Easiest first, hardest last. It feels rational and it is how every roadmap gets drawn.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3675887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ACTUALLY GOVERNS YOU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395020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verification axis. You can only run as much autonomy as you can check.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08406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Risk analysis is the easier AI problem. It should go live later than status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AGENT ROLE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13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Every agent gets four fields. Not nine.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Which decisions it may make, named one by one. Anything unnamed is out, and running into one is a stop.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1063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1063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What it must show for every decision. If it cannot produce the evidence, it does not make the decision.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Escalation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The named conditions where it stops, and the named human it stops 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0167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81063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Revocation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1063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How you turn it off, who can, how fast, and what happens to work in flight.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49824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50" b="0" i="1">
                <a:solidFill>
                  <a:srgbClr val="6B7780"/>
                </a:solidFill>
                <a:latin typeface="Calibri"/>
              </a:rPr>
              <a:t>Four is the number somebody can hold in their head at six on a Friday when the thing is misbehaving and a call has to be made. That is the only moment the contract has to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2,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14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happens to the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24942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49424"/>
            <a:ext cx="4864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Project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70048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Coordinator and chaser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70048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Verifier and exception handler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14553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36976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236976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Report producer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236976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the evidence plane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71246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803904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803904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Process owner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03904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decision rights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7939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Agent steward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370832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370832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agent contracts, tracks reversals, retires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84632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37760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Verification lead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937760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937760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the budget, allocates review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13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7241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Two new roles. Neither is a data scientist. Both are accountability roles, which is exactly why they get skipped.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3,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15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Authority is set by blast radius, not by confidence.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AUTHORITY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9456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 THAT PUTS YOU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94560"/>
            <a:ext cx="3401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EXAMPLES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50591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15184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logs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15184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day, nobody outside affected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615184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Reassign a task, update a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5409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45536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human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145536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week, internal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145536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Reallocate slack, reorder a backlog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584447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75887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one human approves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675887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 effort, or affects one team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675887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Move a milestone, change a resource split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1480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a committee approves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206240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Hard to reverse, or touches cost, contract or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206240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Budget reallocation, vendor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36592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Human decides, agent supports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736592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Irreversible, or legally accountable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736592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Contract signature, termination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1755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46811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Notice what is absent. </a:t>
            </a:r>
            <a:r>
              <a:rPr sz="1400" b="0" i="0">
                <a:solidFill>
                  <a:srgbClr val="2A333B"/>
                </a:solidFill>
                <a:latin typeface="Calibri"/>
              </a:rPr>
              <a:t>Model confidence appears nowhere on this table. Confident and wrong on an irreversible decision is still a disaster, and a confidence score is the agent marking its own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EVIDENCE PLANE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16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things every decision has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decided.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One sentence, naming the 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it rested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actual sources, not a summary.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rejected, and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At least one real alternative.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confident, and how it would be wrong.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Named, not hedged.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to undo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What that costs, and how long it stays cheap.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Who is accountable.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43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 person, not a team.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2231136"/>
            <a:ext cx="3172968" cy="3145536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615184"/>
            <a:ext cx="2560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A decision missing any of the six is not a decision.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It is an output. Outputs do not get actioned.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451713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9C6BF"/>
                </a:solidFill>
                <a:latin typeface="Calibri"/>
              </a:rPr>
              <a:t>Every field exists to make the next review faster. The second one alone is most of the saving.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4,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17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Reference shape, end to 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Work 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Code and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Finance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Comms and docs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85083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0843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50843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0843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Class A checkers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843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Summarisers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843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Analysts (propose 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0843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Escalation router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8687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447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EVIDENCE PLANE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4447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Decision artifacts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Source links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Counter-case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447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Reversal path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732291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051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VERIFICATION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051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98051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Rule engine (auto)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051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Sampling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051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Expert review queue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051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Committee record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48056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2686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write path back to the source systems runs through verification, never around it.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13892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Nothing writes back to the source systems until it has cleared verification. The write path is the governance boundary.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AGENTIC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18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Agents can supply review capacity,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just consume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15184"/>
            <a:ext cx="5029200" cy="96926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7121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101418"/>
                </a:solidFill>
                <a:latin typeface="Cambria"/>
              </a:rPr>
              <a:t>c_eff  =  c_a  +  ( 1 - k )  x 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0390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Put a second agent in front of the human. It closes some decisions on its own, with a machine-checkable reason. The budget goes up without hiring anybody.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7744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THREE RULES, OR THIS IS WISHFUL THINKING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633472"/>
            <a:ext cx="509320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16352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verifier output must be machine-checkable.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182112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a human reads its reasoning, you moved the cost rather than removing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712464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87705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858768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Measure how often it misses a bad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22452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Unmeasured means it counts as zero. Not an estimate. Zero.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754879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919471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901183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Bank the bottom of the confidence range.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266944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Never the headline number. You are sizing a safety margin.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19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Six numbers. Always per class, never averaged.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49424"/>
            <a:ext cx="4389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IT TELLS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7004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you actually have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 it, do not target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7695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Overdraft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168396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you are spending capacity you have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at or under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575303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666744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approvals are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near 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07365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Containment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65091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the agents genuinely supply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measured, with its miss 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7200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Escalation precision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663440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escalations are worth the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0.7 or better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07034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Reversal 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516178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undo button is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inside one review cycle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568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70585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Average these across a portfolio and a healthy class will hide a drowning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20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How to measure the thing nobody measures.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Set a floor: the time below which a genuine review could not physically have happened.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SETTING THE FLOOR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Watch thirty real reviews. Confirm afterwards that each one was genuine.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Take the tenth percentile of those times.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Never go below reading speed on the document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READING THE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79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 tenth-percentile floor reports about 10 percent even when all is well.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 the signal is the excess above 10, not the number itself.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34 percent means a third of approvals are decorative.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194560"/>
            <a:ext cx="3264408" cy="3657600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542032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1" i="0">
                <a:solidFill>
                  <a:srgbClr val="F7F6F3"/>
                </a:solidFill>
                <a:latin typeface="Cambria"/>
              </a:rPr>
              <a:t>Never use this on an individual.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3383280"/>
            <a:ext cx="2651760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The moment you do, review time becomes a thing people manage rather than a thing you measure. Durations rise, the number goes to zero, and you have lost the only instrument that can see this failure.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If your organisation cannot resist, do not collect it at all. A corrupted metric is worse than a missing 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5,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21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01418"/>
                </a:solidFill>
                <a:latin typeface="Cambria"/>
              </a:rPr>
              <a:t>Every headline number improved while supervision stopped existing.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APPROVAL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7983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7983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REVERSAL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983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CYCLE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-41%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9471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ESCALATIONS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71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6B7780"/>
                </a:solidFill>
                <a:latin typeface="Cambria"/>
              </a:rPr>
              <a:t>steady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no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05993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THE DASHBOARD SHOWED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Four green numbers. A programme that looks like it is working, reported to a board with no reason to doubt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WAS ACTUALLY HAPPENING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607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Silent drift climbing every week. The approval rate went up because approving got faster, and approving got faster because checking stopped.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6327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Put drift on the same page as the good news. </a:t>
            </a:r>
            <a:r>
              <a:rPr sz="1400" b="0" i="0">
                <a:solidFill>
                  <a:srgbClr val="6B7780"/>
                </a:solidFill>
                <a:latin typeface="Calibri"/>
              </a:rPr>
              <a:t>On its own page nobody looks at it, and the four green numbers win.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EVAL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22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gates, each with a number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Do we agree what class this 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Two qualified people classify fifty decisions separately. If they disagree, you do not know what checking costs.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Would it have been right on history?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Replay against decisions you already know the outcome of. Zero Class D taken on its 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WHILE IT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1607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every decision checkable at the assumed cost?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Continuous, plus twenty read by a human for substance.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1607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the containment real?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Quarterly, against decisions known to be bad.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01418"/>
                </a:solidFill>
                <a:latin typeface="Cambria"/>
              </a:rPr>
              <a:t>A gate without a number attached to it is a meeting.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What to do about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Where you are, what is missing, and the smallest useful thing you can do on Monday.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MATURITY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24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Five stages, and the test for which one you are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15184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unmeasured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do not know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831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5831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5831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know the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say no to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3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013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contained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3013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agents supply verified capacity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1604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1604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self-budgeting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1604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the system throttles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6766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What does it cost you to check one expert decision,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and when did you last measure it?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443984"/>
            <a:ext cx="372160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there is no number and no date, you are at S0.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There is no S5. A system with no human verifier does not have an infinite verification budget. It has none.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KNOWN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25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I do not know.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measurement is biased.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12848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check more carefully when watched, so the budget always looks better than it is. Direction known, size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99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Bursts are not modelled.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budget is a rate. Work does not arrive evenly. You can be fine on average and still drop reviews in board week. This is the biggest hole and I am asking for help.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39311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856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Timing is a proxy for checking.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85615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Somebody who already knows the answer can approve correctly in twenty seconds.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25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B and C line is genuinely blurry.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572000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Nobody has published how often two qualified people disagree.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21208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583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There is no field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358384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Every figure here is illustrative. The repository says so on the same page it prints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99846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WHAT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26 / 27</a:t>
            </a:r>
          </a:p>
        </p:txBody>
      </p:sp>
      <p:pic>
        <p:nvPicPr>
          <p:cNvPr id="7" name="Picture 6" descr="GSDC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695" y="310896"/>
            <a:ext cx="1127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things you can do on Monday.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49424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Pick one decision type an agent already touches.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249424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One. Not a programme.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08960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Time thirty reviews of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108960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Then ask each reviewer whether they genuinely checked, and discard the ones who say no. That last step is the whole thing.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0390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8678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68496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Do the division.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968496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Four numbers into the calculator. About a minute, and it runs in your browser with nothing sent anywhere.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66344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846319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28031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Show somebody the gap.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828031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Not a programme, not a policy. One number, one conversation.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52297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41264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Under 1.0 and you have headroom, so deploy more. Over, and you now know something you did not know this morning. That is the entire first stage.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F7F6F3"/>
                </a:solidFill>
                <a:latin typeface="Cambria"/>
              </a:rPr>
              <a:t>Take it and use it</a:t>
            </a:r>
          </a:p>
        </p:txBody>
      </p:sp>
      <p:pic>
        <p:nvPicPr>
          <p:cNvPr id="3" name="Picture 2" descr="qr-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87168"/>
            <a:ext cx="169164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github.com/hotragn/verb</a:t>
            </a:r>
          </a:p>
        </p:txBody>
      </p:sp>
      <p:pic>
        <p:nvPicPr>
          <p:cNvPr id="6" name="Picture 5" descr="qr-calc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2487168"/>
            <a:ext cx="1691640" cy="1691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7248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hotragn.github.io/verb</a:t>
            </a:r>
          </a:p>
        </p:txBody>
      </p:sp>
      <p:pic>
        <p:nvPicPr>
          <p:cNvPr id="9" name="Picture 8" descr="qr-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7256" y="2487168"/>
            <a:ext cx="169164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256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6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linkedin.com/in/hotragn-pettugani</a:t>
            </a:r>
          </a:p>
        </p:txBody>
      </p:sp>
      <p:pic>
        <p:nvPicPr>
          <p:cNvPr id="12" name="Picture 11" descr="qr-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4" y="2487168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27264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x.com/hotragn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9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Formula, schemas, calculator and eval harness. Apache 2.0.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Issues and measured verification costs welcome.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4055" y="56327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